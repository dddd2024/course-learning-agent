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操作系统原理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进程管理与内存管理</a:t>
            </a:r>
          </a:p>
          <a:p>
            <a:r>
              <a:t>主讲：课程组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进程调度算法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进程调度概述</a:t>
            </a:r>
          </a:p>
          <a:p>
            <a:pPr/>
            <a:r>
              <a:t>进程调度基础</a:t>
            </a:r>
          </a:p>
          <a:p>
            <a:pPr lvl="1"/>
            <a:r>
              <a:t>FCFS: 先来先服务</a:t>
            </a:r>
          </a:p>
          <a:p>
            <a:pPr lvl="1"/>
            <a:r>
              <a:t>SJF: 短作业优先</a:t>
            </a:r>
          </a:p>
          <a:p>
            <a:pPr lvl="1"/>
            <a:r>
              <a:t>时间片轮转调度</a:t>
            </a:r>
          </a:p>
          <a:p>
            <a:pPr/>
            <a:r>
              <a:t>TLB 与地址转换</a:t>
            </a:r>
          </a:p>
          <a:p>
            <a:pPr lvl="1"/>
            <a:r>
              <a:t>TLB 命中率高时减少内存访问</a:t>
            </a:r>
          </a:p>
          <a:p>
            <a:pPr lvl="1"/>
            <a:r>
              <a:t>TLB 缺失时触发页表查找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内存管理策略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缺点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分页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无外部碎片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有内部碎片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分段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逻辑清晰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有外部碎片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段页式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综合优点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地址转换复杂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左栏：分页系统使用 TLB 加速地址转换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5720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右栏：TCP/IP 协议栈在操作系统中的实现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I/O 管理与设备驱动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中断驱动 I/O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1828800"/>
            <a:ext cx="27432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DMA 传输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通道控制方式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solidFill>
            <a:srgbClr val="D0D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图：操作系统内核架构图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网络子系统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操作系统中的网络协议栈</a:t>
            </a:r>
          </a:p>
          <a:p>
            <a:pPr/>
            <a:r>
              <a:t>TCP/IP 协议栈实现</a:t>
            </a:r>
          </a:p>
          <a:p>
            <a:pPr lvl="1"/>
            <a:r>
              <a:t>Socket 编程接口</a:t>
            </a:r>
          </a:p>
          <a:p>
            <a:pPr lvl="1"/>
            <a:r>
              <a:t>CSMA/CD 在网卡驱动中的残留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